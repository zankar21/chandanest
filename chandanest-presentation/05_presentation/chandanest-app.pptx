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4577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ChandaNest - The Trust Layer for Tier-2 Real Estate in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1031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Chandrapur, MH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94522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Trust-first property discovery for tier-2 India.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deck v1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5EB4CA-3806-10AD-6D38-DF8AD175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345" y="299772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Property Discovery Still Lacks Trust in Tier-2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979629"/>
            <a:ext cx="3387758" cy="30816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32003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31089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Fragmented discovery across brokers and WhatsApp</a:t>
            </a:r>
          </a:p>
          <a:p>
            <a:r>
              <a:t>No verified media or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1788" y="1979629"/>
            <a:ext cx="3200399" cy="30952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21902" y="2067062"/>
            <a:ext cx="32003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8777" y="2646930"/>
            <a:ext cx="31089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Manual listing and follow-ups</a:t>
            </a:r>
          </a:p>
          <a:p>
            <a:r>
              <a:t>No visibility on enquiries and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4717" y="1952349"/>
            <a:ext cx="3200400" cy="31361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54831" y="2104092"/>
            <a:ext cx="32003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1481" y="2707083"/>
            <a:ext cx="31089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Duplicate inventory and trust gaps</a:t>
            </a:r>
          </a:p>
          <a:p>
            <a:r>
              <a:t>No consistent publish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Single System of Record for Tier-2 Real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Unified workflows for owners, agents, and admins</a:t>
            </a:r>
          </a:p>
          <a:p>
            <a:r>
              <a:t>Verified listings with signed media and audit trails</a:t>
            </a:r>
          </a:p>
          <a:p>
            <a:r>
              <a:t>Built to scale city by city without losing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88480" y="2069184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86600" y="214884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Owners</a:t>
            </a:r>
          </a:p>
          <a:p>
            <a:r>
              <a:t>List and manage enquiries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3595855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3824455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Agents / Agencies</a:t>
            </a:r>
          </a:p>
          <a:p>
            <a:r>
              <a:t>Portfolio and lead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5120640"/>
            <a:ext cx="4480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534924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Admin / Enterprise</a:t>
            </a:r>
          </a:p>
          <a:p>
            <a:r>
              <a:t>Moderation and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Designed for Every Stakeholder in the Property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Search-led landing for Chandrapur</a:t>
            </a:r>
          </a:p>
          <a:p>
            <a:r>
              <a:t>Clean intent filters</a:t>
            </a:r>
          </a:p>
          <a:p>
            <a:r>
              <a:t>Featured verified listings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3A32BB-057F-4246-1771-2FF6DC51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0000"/>
            <a:ext cx="8534400" cy="56895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Search-First Property Discovery Built for Buyer Intent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Clear price and area at a glance</a:t>
            </a:r>
          </a:p>
          <a:p>
            <a:r>
              <a:t>Consistent intent and status badges</a:t>
            </a:r>
          </a:p>
          <a:p>
            <a:r>
              <a:t>Optimized for quick scanning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E62DC9-A04D-9B10-F2D9-7E8BF71A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0000"/>
            <a:ext cx="85344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Fast, Comparable Views That Reduce Buyer Friction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Pin-based search by area</a:t>
            </a:r>
          </a:p>
          <a:p>
            <a:r>
              <a:t>Quick previews without leaving the map</a:t>
            </a:r>
          </a:p>
          <a:p>
            <a:r>
              <a:t>Compare nearby options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A773A-E40D-23F3-2BA6-944FCB72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0000"/>
            <a:ext cx="8534400" cy="5689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Locality-First Exploration with Real-Time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Premium gallery and key specs</a:t>
            </a:r>
          </a:p>
          <a:p>
            <a:r>
              <a:t>Location context and nearby view</a:t>
            </a:r>
          </a:p>
          <a:p>
            <a:r>
              <a:t>Direct contact CTA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13EEF2-22A3-D6A9-FD27-711CBC1FC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0000"/>
            <a:ext cx="8534400" cy="5689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Complete Transparency for Confident Property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Step-based form with validation</a:t>
            </a:r>
          </a:p>
          <a:p>
            <a:r>
              <a:t>Media upload built in</a:t>
            </a:r>
          </a:p>
          <a:p>
            <a:r>
              <a:t>Ready for submit in minutes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46B38A-1B78-E85A-A1DF-AA4CFA53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0000"/>
            <a:ext cx="85344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Guided Listing Creation with Built-In Quality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Listing status at a glance</a:t>
            </a:r>
          </a:p>
          <a:p>
            <a:r>
              <a:t>Enquiry counts per listing</a:t>
            </a:r>
          </a:p>
          <a:p>
            <a:r>
              <a:t>Quick actions for edits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F2B0CC-F675-D9CE-AE43-CC525A964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0000"/>
            <a:ext cx="85344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Full Visibility into Listings, Enquiries, and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Portfolio overview and lead pipeline</a:t>
            </a:r>
          </a:p>
          <a:p>
            <a:r>
              <a:t>KPI cards for activity</a:t>
            </a:r>
          </a:p>
          <a:p>
            <a:r>
              <a:t>Performance by listing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D5914F-41C2-37E9-96C0-CE7BAEFD7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0000"/>
            <a:ext cx="85344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484433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Professional Portfolio and Conversion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1838960"/>
            <a:ext cx="7406640" cy="4754880"/>
          </a:xfrm>
          <a:prstGeom prst="round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06640" cy="4754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19" y="1729114"/>
            <a:ext cx="7406640" cy="38039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320" y="1864360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7120" y="1864360"/>
            <a:ext cx="101600" cy="755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4920" y="1864360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i-08-admin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41506"/>
            <a:ext cx="8534400" cy="49164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65920" y="2103120"/>
            <a:ext cx="18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Moderation queue with filters</a:t>
            </a:r>
          </a:p>
          <a:p>
            <a:r>
              <a:t>Approve or reject in one view</a:t>
            </a:r>
          </a:p>
          <a:p>
            <a:r>
              <a:t>Visibility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Policy-Driven Moderation and Platform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5350" y="274320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5350" y="29718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Draft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7382" y="2971800"/>
            <a:ext cx="356616" cy="548640"/>
          </a:xfrm>
          <a:prstGeom prst="rightArrow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77150" y="274320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77150" y="29718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Submit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19182" y="2971800"/>
            <a:ext cx="356616" cy="548640"/>
          </a:xfrm>
          <a:prstGeom prst="rightArrow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48950" y="274320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8950" y="29718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Admin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90982" y="2971800"/>
            <a:ext cx="356616" cy="548640"/>
          </a:xfrm>
          <a:prstGeom prst="rightArrow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20750" y="274320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0750" y="29718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Publish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10332720" cy="1097280"/>
          </a:xfrm>
          <a:prstGeom prst="round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48056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Ensures completeness and compliance before public visibility.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Governed Publishing from Draft to Public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Owner KYC verification</a:t>
            </a:r>
          </a:p>
          <a:p>
            <a:r>
              <a:t>Signed media URLs (tamper-resistant)</a:t>
            </a:r>
          </a:p>
          <a:p>
            <a:r>
              <a:t>Audit trail on listing edits</a:t>
            </a:r>
          </a:p>
        </p:txBody>
      </p:sp>
      <p:sp>
        <p:nvSpPr>
          <p:cNvPr id="5" name="Heart 4"/>
          <p:cNvSpPr/>
          <p:nvPr/>
        </p:nvSpPr>
        <p:spPr>
          <a:xfrm>
            <a:off x="7680960" y="2194560"/>
            <a:ext cx="3840480" cy="3840480"/>
          </a:xfrm>
          <a:prstGeom prst="hear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art 5"/>
          <p:cNvSpPr/>
          <p:nvPr/>
        </p:nvSpPr>
        <p:spPr>
          <a:xfrm>
            <a:off x="8001000" y="2514600"/>
            <a:ext cx="3200400" cy="3200400"/>
          </a:xfrm>
          <a:prstGeom prst="hear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Trust Is Designed Into the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1869" y="1967375"/>
            <a:ext cx="5394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1909" y="2150255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Primary KPI</a:t>
            </a:r>
          </a:p>
          <a:p>
            <a:r>
              <a:t>Verified inventory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9749" y="1967375"/>
            <a:ext cx="5394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9789" y="2150255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Secondary KPI</a:t>
            </a:r>
          </a:p>
          <a:p>
            <a:r>
              <a:t>Enquiry response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869" y="3384695"/>
            <a:ext cx="5394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1909" y="3567575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Secondary KPI</a:t>
            </a:r>
          </a:p>
          <a:p>
            <a:r>
              <a:t>Conversion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9749" y="3384695"/>
            <a:ext cx="5394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9789" y="3567575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Operational KPI</a:t>
            </a:r>
          </a:p>
          <a:p>
            <a:r>
              <a:t>Listing completeness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From Chandrapur to a Multi-City Real Estate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5623" y="2011680"/>
            <a:ext cx="3611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9943" y="22402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663" y="283464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Expand to more cities</a:t>
            </a:r>
          </a:p>
          <a:p>
            <a:r>
              <a:t>Local partnerships and onboarding playbook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8983" y="2011680"/>
            <a:ext cx="3611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3303" y="22402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023" y="283464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Deeper analytics and automation</a:t>
            </a:r>
          </a:p>
          <a:p>
            <a:r>
              <a:t>Lead CRM and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2343" y="2011680"/>
            <a:ext cx="3611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06663" y="22402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2383" y="283464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Enterprise onboarding at scale</a:t>
            </a:r>
          </a:p>
          <a:p>
            <a:r>
              <a:t>Plans, billing, and 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989320"/>
            <a:ext cx="10607040" cy="640080"/>
          </a:xfrm>
          <a:prstGeom prst="round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610819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ChandaNest is built for trust-first scale in Indian tier-2 cities.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468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zankar</cp:lastModifiedBy>
  <cp:revision>3</cp:revision>
  <dcterms:created xsi:type="dcterms:W3CDTF">2013-01-27T09:14:16Z</dcterms:created>
  <dcterms:modified xsi:type="dcterms:W3CDTF">2026-01-10T13:03:38Z</dcterms:modified>
  <cp:category/>
</cp:coreProperties>
</file>